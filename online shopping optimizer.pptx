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6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226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197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422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20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182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593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718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111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953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914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445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85978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334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36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113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1711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509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4645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  <p:sldLayoutId id="2147483868" r:id="rId12"/>
    <p:sldLayoutId id="2147483869" r:id="rId13"/>
    <p:sldLayoutId id="2147483870" r:id="rId14"/>
    <p:sldLayoutId id="2147483871" r:id="rId15"/>
    <p:sldLayoutId id="2147483872" r:id="rId16"/>
    <p:sldLayoutId id="214748387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0A95CD-6E56-BF6A-CAA5-2488B51EC58A}"/>
              </a:ext>
            </a:extLst>
          </p:cNvPr>
          <p:cNvSpPr txBox="1"/>
          <p:nvPr/>
        </p:nvSpPr>
        <p:spPr>
          <a:xfrm>
            <a:off x="2536723" y="641245"/>
            <a:ext cx="6867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chemeClr val="tx2"/>
                </a:solidFill>
              </a:rPr>
              <a:t>MALLAREDDY TECHNICAL CAMPUS</a:t>
            </a:r>
          </a:p>
        </p:txBody>
      </p:sp>
      <p:pic>
        <p:nvPicPr>
          <p:cNvPr id="4" name="图片">
            <a:extLst>
              <a:ext uri="{FF2B5EF4-FFF2-40B4-BE49-F238E27FC236}">
                <a16:creationId xmlns:a16="http://schemas.microsoft.com/office/drawing/2014/main" id="{5655B3FA-AEAE-3F98-009D-8488E8C84E1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129029" y="0"/>
            <a:ext cx="2062971" cy="153152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E2C2BD-7E0D-D605-9206-3AF035091709}"/>
              </a:ext>
            </a:extLst>
          </p:cNvPr>
          <p:cNvSpPr txBox="1"/>
          <p:nvPr/>
        </p:nvSpPr>
        <p:spPr>
          <a:xfrm>
            <a:off x="1170039" y="1902379"/>
            <a:ext cx="6955750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NAME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G Manisha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B Harshitha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CH Sruthi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K Anjana</a:t>
            </a:r>
          </a:p>
          <a:p>
            <a:endParaRPr lang="en-IN" sz="2400" b="1" dirty="0"/>
          </a:p>
          <a:p>
            <a:r>
              <a:rPr lang="en-IN" sz="2400" b="1" dirty="0"/>
              <a:t>Topic</a:t>
            </a:r>
            <a:r>
              <a:rPr lang="en-IN" sz="2400" b="1" dirty="0">
                <a:solidFill>
                  <a:schemeClr val="bg2"/>
                </a:solidFill>
                <a:highlight>
                  <a:srgbClr val="C0C0C0"/>
                </a:highlight>
              </a:rPr>
              <a:t>: ONLINE SHOPPING PRODUCT OPTIMIZER</a:t>
            </a:r>
          </a:p>
          <a:p>
            <a:endParaRPr lang="en-IN" sz="2400" b="1" dirty="0"/>
          </a:p>
          <a:p>
            <a:r>
              <a:rPr lang="en-IN" sz="2400" b="1" dirty="0"/>
              <a:t>Roll numbers</a:t>
            </a:r>
            <a:r>
              <a:rPr lang="en-IN" dirty="0"/>
              <a:t>: </a:t>
            </a:r>
          </a:p>
          <a:p>
            <a:r>
              <a:rPr lang="en-IN" dirty="0"/>
              <a:t>25MVCSMR0122</a:t>
            </a:r>
          </a:p>
          <a:p>
            <a:r>
              <a:rPr lang="en-IN" dirty="0"/>
              <a:t>25MVCSMR0106</a:t>
            </a:r>
          </a:p>
          <a:p>
            <a:r>
              <a:rPr lang="en-IN" dirty="0"/>
              <a:t>25MVCSMR0109</a:t>
            </a:r>
          </a:p>
          <a:p>
            <a:r>
              <a:rPr lang="en-IN" dirty="0"/>
              <a:t>25MVCSMR0135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6482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/>
            </a:pPr>
            <a:r>
              <a:t>Online Shopping Product Optimizer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833112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rPr dirty="0"/>
              <a:t>Choose products under a budget while maximizing user-defined value.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Core Algorithms: 0/1 Knapsack Algorithm and Sorting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20624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Suggested Technologies: HTML, CSS, JavaScript, Python/Flask, SQLite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524694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dirty="0"/>
              <a:t>Problem Statement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916789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 dirty="0"/>
              <a:t>Problem Statement: Customers have many products to choose from but a limited budget. </a:t>
            </a:r>
            <a:endParaRPr lang="en-IN" dirty="0"/>
          </a:p>
          <a:p>
            <a:pPr>
              <a:defRPr sz="1600"/>
            </a:pPr>
            <a:r>
              <a:rPr dirty="0"/>
              <a:t>The system helps select the most valuable combination without exceeding the budget.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556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Objectives: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14015"/>
            <a:ext cx="10515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• Accept the user's available budget.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25496"/>
            <a:ext cx="10515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• Store price, rating, discount, and utility.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36976"/>
            <a:ext cx="10515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• Calculate product value.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48456"/>
            <a:ext cx="10515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• Select products providing maximum value within the budget.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59936"/>
            <a:ext cx="10515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• Display selected products and total cost.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71416"/>
            <a:ext cx="10515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• Help users make faster and more informed shopping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82896"/>
            <a:ext cx="10515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• Example: For a ₹5,000 budget, select products whose total price is ≤ ₹5,000 while maximizing the preferred value.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497443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dirty="0"/>
              <a:t>Input, Output &amp; Data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Input: Product name, price, rating, discount, utility/value score, total budget, and preferred optimization factor.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556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Data Representation: Product = {Name, Price, Rating, Discount, Utility}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414015"/>
          <a:ext cx="10241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8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Utility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Headphones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₹2,000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Smart Watch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₹3,000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Keyboard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₹1,500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296587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dirty="0"/>
              <a:t> Algorithms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1. 0/1 Knapsack Algorithm: Selects the best combination under a fixed budget. Price is the cost and utility is the value.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556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Formula: DP[i][w] = max(DP[i−1][w], value[i] + DP[i−1][w−price[i]])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14015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2. Sorting: Products can be arranged by rating, price, discount, utility, or value-to-price ratio.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463780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dirty="0"/>
              <a:t>Working Process &amp;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Workflow: User enters budget → Load products → Calculate value → Sort/rank → Apply Knapsack → Select combination → Display recommendations.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556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Example: Budget = ₹5,000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414015"/>
          <a:ext cx="10241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3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Utility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Headphones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₹2,000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Keyboard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₹1,500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₹1,000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Smart Watch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₹3,000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212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Possible Selection: Headphones + Keyboard + Mouse | Total Cost: ₹4,500 | Remaining Budget: ₹500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394370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dirty="0"/>
              <a:t>Benefits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Benefits: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55648"/>
            <a:ext cx="10515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• Helps users stay within their budget.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67128"/>
            <a:ext cx="10515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• Provides personalized product recommendations.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78608"/>
            <a:ext cx="10515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• Maximizes utility, rating, or discount.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90088"/>
            <a:ext cx="10515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• Reduces manual product comparison.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01568"/>
            <a:ext cx="10515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• Makes shopping faster and easier.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13048"/>
            <a:ext cx="10515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• Demonstrates practical optimization algorithms.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7284110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endParaRPr lang="en-IN" dirty="0"/>
          </a:p>
          <a:p>
            <a:pPr>
              <a:defRPr sz="1500"/>
            </a:pPr>
            <a:r>
              <a:rPr dirty="0"/>
              <a:t>Future Enhancements: AI recommendations </a:t>
            </a:r>
            <a:endParaRPr lang="en-IN" dirty="0"/>
          </a:p>
          <a:p>
            <a:pPr>
              <a:defRPr sz="1500"/>
            </a:pPr>
            <a:r>
              <a:rPr dirty="0"/>
              <a:t>• Real-time prices •</a:t>
            </a:r>
            <a:endParaRPr lang="en-IN" dirty="0"/>
          </a:p>
          <a:p>
            <a:pPr>
              <a:defRPr sz="1500"/>
            </a:pPr>
            <a:r>
              <a:rPr dirty="0"/>
              <a:t> Shopping API integration • Price comparison • User history • ML preferences • Mobile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54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 dirty="0"/>
              <a:t>Conclusion: The system</a:t>
            </a:r>
            <a:r>
              <a:rPr lang="en-IN" dirty="0"/>
              <a:t> </a:t>
            </a:r>
            <a:r>
              <a:rPr dirty="0"/>
              <a:t>combines sorting and the 0/1 Knapsack algorithm to recommend products that provide maximum user-defined value while staying within a specified budget.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AD0AC2-8086-06DE-ABB7-D89698B92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077" y="786283"/>
            <a:ext cx="9553845" cy="52854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BD245A-3061-93FD-B86D-8644CBADC042}"/>
              </a:ext>
            </a:extLst>
          </p:cNvPr>
          <p:cNvSpPr txBox="1"/>
          <p:nvPr/>
        </p:nvSpPr>
        <p:spPr>
          <a:xfrm>
            <a:off x="914400" y="170822"/>
            <a:ext cx="1292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Output</a:t>
            </a:r>
            <a:r>
              <a:rPr lang="en-IN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499528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C39D93-FA63-E064-F4E2-76C8CEE81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350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AA37BB-05F9-CCC3-5E91-0D3D64DC73D8}"/>
              </a:ext>
            </a:extLst>
          </p:cNvPr>
          <p:cNvSpPr txBox="1"/>
          <p:nvPr/>
        </p:nvSpPr>
        <p:spPr>
          <a:xfrm>
            <a:off x="4857136" y="2678668"/>
            <a:ext cx="30891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856468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80</TotalTime>
  <Words>509</Words>
  <Application>Microsoft Office PowerPoint</Application>
  <PresentationFormat>Widescreen</PresentationFormat>
  <Paragraphs>90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Boppena Harshitha</cp:lastModifiedBy>
  <cp:revision>3</cp:revision>
  <dcterms:created xsi:type="dcterms:W3CDTF">2013-01-27T09:14:16Z</dcterms:created>
  <dcterms:modified xsi:type="dcterms:W3CDTF">2026-10-03T06:48:29Z</dcterms:modified>
  <cp:category/>
</cp:coreProperties>
</file>